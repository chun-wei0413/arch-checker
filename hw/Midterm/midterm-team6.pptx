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5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548640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85248" y="548640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77856" y="548640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70464" y="548640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63072" y="548640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155680" y="548640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92640" y="841248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85248" y="841248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77856" y="841248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70464" y="841248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63072" y="841248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92640" y="1133856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85248" y="1133856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77856" y="1133856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70464" y="1133856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63072" y="1133856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155680" y="1133856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0" y="1426464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985248" y="1426464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77856" y="1426464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70464" y="1426464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863072" y="1426464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155680" y="1426464"/>
            <a:ext cx="54864" cy="54864"/>
          </a:xfrm>
          <a:prstGeom prst="ellipse">
            <a:avLst/>
          </a:prstGeom>
          <a:solidFill>
            <a:srgbClr val="F4B400">
              <a:alpha val="50000"/>
            </a:srgbClr>
          </a:solidFill>
          <a:ln w="12700">
            <a:solidFill>
              <a:srgbClr val="F4B400">
                <a:alpha val="5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2286000"/>
            <a:ext cx="73152" cy="237744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2286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OOAD 期中報告 · 第 6 組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14400" y="26974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arch-checker</a:t>
            </a:r>
            <a:endParaRPr lang="en-US" sz="6000" dirty="0"/>
          </a:p>
        </p:txBody>
      </p:sp>
      <p:sp>
        <p:nvSpPr>
          <p:cNvPr id="29" name="Text 27"/>
          <p:cNvSpPr/>
          <p:nvPr/>
        </p:nvSpPr>
        <p:spPr>
          <a:xfrm>
            <a:off x="914400" y="37033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 Java 設計的宣告式架構風格合規工具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914400" y="4572000"/>
            <a:ext cx="3657600" cy="0"/>
          </a:xfrm>
          <a:prstGeom prst="line">
            <a:avLst/>
          </a:prstGeom>
          <a:noFill/>
          <a:ln w="19050">
            <a:solidFill>
              <a:srgbClr val="F4B4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7548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團隊成員</a:t>
            </a:r>
            <a:endParaRPr lang="en-US" sz="12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113598009  李俊威 (Frank Li)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國立臺北科技大學  ·  物件導向分析與設計  ·  2026 春季學期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· REQUIREMENT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 Statement · 問題陳述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097280"/>
            <a:ext cx="5120640" cy="5120640"/>
          </a:xfrm>
          <a:prstGeom prst="rect">
            <a:avLst/>
          </a:prstGeom>
          <a:solidFill>
            <a:srgbClr val="F4F6FB"/>
          </a:solidFill>
          <a:ln w="12700">
            <a:solidFill>
              <a:srgbClr val="F4F6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097280"/>
            <a:ext cx="73152" cy="51206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234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痛點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1783080"/>
            <a:ext cx="46634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輔助生成程式碼大幅放大了人工程式碼審查的負擔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架構漂移 (architectural drift) 成為開發週期新的瓶頸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現有工具如 ArchUnit 需熟悉底層 API 並撰寫大量樣板程式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缺乏「以風格 (style) 為中心」、可跨團隊重用的高階抽象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852160" y="1097280"/>
            <a:ext cx="5806440" cy="5120640"/>
          </a:xfrm>
          <a:prstGeom prst="rect">
            <a:avLst/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52160" y="1097280"/>
            <a:ext cx="73152" cy="5120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12344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解決方案 — arch-checker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126480" y="1783080"/>
            <a:ext cx="53492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一套 Java CLI 工具，將專案自動驗證於以 YAML 宣告之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Style Profile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（涵蓋命名、依賴、繼承、套件等規則）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底層以 JavaParser 進行 AST 分析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精確偵測結構性違規，並輸出 file path、行號與描述。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三種主要使用情境：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本地開發、code review、CI/CD（POSIX exit code 0/1/2）。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· REQUIREMENT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 Case Diagram · 使用案例圖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19</a:t>
            </a:r>
            <a:endParaRPr lang="en-US" sz="900" dirty="0"/>
          </a:p>
        </p:txBody>
      </p:sp>
      <p:pic>
        <p:nvPicPr>
          <p:cNvPr id="9" name="Image 0" descr="..\hw2\UseCaseDiagram.draw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6949440" cy="450627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80960" y="1051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狀態標記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680960" y="1554480"/>
            <a:ext cx="292608" cy="292608"/>
          </a:xfrm>
          <a:prstGeom prst="ellipse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092440" y="1554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期中已實作 (Midterm)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80960" y="1920240"/>
            <a:ext cx="292608" cy="292608"/>
          </a:xfrm>
          <a:prstGeom prst="ellipse">
            <a:avLst/>
          </a:prstGeom>
          <a:solidFill>
            <a:srgbClr val="CADCFC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0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092440" y="1920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規劃於期末完成 (Final)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377440"/>
          <a:ext cx="40233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46888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Use Case 名稱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標記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UC-01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Check Architecture Compliance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4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UC-02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Define Style Profile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UC-03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Check w/ Interactive Fix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UC-04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Suppress a Violation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4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UC-05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Load Style Profile (subfunction)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400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502920" y="594360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Actors：Developer（主要）·  CI System（次要，依賴 exit code 判斷結果）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· REQUIREMENT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Significant Use Case · UC-01 Check Architecture Compliance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19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60120"/>
          <a:ext cx="111556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206240"/>
                <a:gridCol w="1280160"/>
                <a:gridCol w="4389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Scope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arch-checker CLI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Level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User Goal · Fully Dressed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Primary Actor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Developer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Secondary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CI System（讀 exit code）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182880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Main Success Scenario · 主成功流程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02920" y="214884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Developer 對指定專案發出檢查請求，並選定 Style Profile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系統確認專案目錄存在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系統讀取並解析 Style Profile YAML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系統遞迴掃描所有 .java 檔案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JavaParser 將每個檔案解析為 AST (CompilationUnit)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對每個檔案套用 Profile 中所有 ArchitectureConstraint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收集所有 Violation（檔案、行號、ruleId、訊息）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過濾已被 suppress 的 Violation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Console 或 JSON 格式輸出 ViolationReport 與 summary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回傳 POSIX exit code（0 = 通過 / 1 = 有違規）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537960" y="1828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Extensions · 失敗與替代流程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537960" y="214884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2a · 專案目錄不存在 → exit 2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3a · Profile 檔案不存在 → exit 2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3b · YAML 語法錯誤 → 報錯並列出行號 → exit 2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3c · 規則型別未知 → 列出 validation 錯誤 → exit 2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4a · 目錄無 .java 檔 → 警告訊息 → exit 0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5a · 某檔語法錯誤無法解析 → 警告並跳過該檔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8a · 所有違規皆被 suppress → 報告全部通過 → exit 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37960" y="5349240"/>
            <a:ext cx="5120640" cy="960120"/>
          </a:xfrm>
          <a:prstGeom prst="rect">
            <a:avLst/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0" y="53949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Special Requirements · 非功能需求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675120" y="565099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NFR-01 Performance · 1,000 檔案需於 10 秒內完成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NFR-02 Usability · 每則錯誤含原因 + 位置 + 建議修正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NFR-05 CI Compatibility · 遵守 POSIX exit code 標準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· REQUIREMENT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Significant Use Case · UC-04 Suppress a Violation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19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60120"/>
          <a:ext cx="111556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206240"/>
                <a:gridCol w="1280160"/>
                <a:gridCol w="4389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Scope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arch-checker CLI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Level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User Goal · Brief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Primary Actor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Developer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觸發時機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將已知的違規標註為「可接受」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182880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Main Success Scenario · 主成功流程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02920" y="2148840"/>
            <a:ext cx="5943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Developer 發出 suppress(constraintId, filePath, lineNumber, reason)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SuppressCommand 驗證輸入（不可為空、檔案需存在）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SuppressionService 建立新的 Suppression aggregate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SuppressionRepository 將其持久化至 .arch-checker-suppressions.yaml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系統回傳 suppressionId 與 timestamp，exit 0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下次 UC-01 執行時，該 Violation 將自動被過濾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5943600" cy="1188720"/>
          </a:xfrm>
          <a:prstGeom prst="rect">
            <a:avLst/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5074920"/>
            <a:ext cx="73152" cy="1188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13232" y="5120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為何重要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13232" y="539496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 codebase 必然存在被接受的例外。若無 suppress 機制，每次 CI 執行都會被舊有違規淹沒。UC-04 將「個別接受」的決策固化為團隊知識，跨次執行皆可繼承。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537960" y="1828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Extensions · 失敗流程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537960" y="21488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2a · constraintId 為空 → exit 2 (validation error)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2b · reason 為空 → exit 2（必須留下審計理由）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2c · 目標檔案不存在 → exit 2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4a · Repository 寫入失敗 → exit 2（避免遺孤 Suppression）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537960" y="4572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GRASP 模式重點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537960" y="489204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Information Expert · SuppressionService 主導建立流程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Creator · 由 Service 建立 Suppression aggregate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Indirection / Protected Variation · Repository 隱藏 YAML I/O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· DEMO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Demonstration · 展示流程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4856" y="1371600"/>
            <a:ext cx="3657600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DB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856" y="1371600"/>
            <a:ext cx="3657600" cy="45720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2016" y="1371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15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Scenario A · 成功流程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3456" y="2148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UC-01 happy path — 對自身程式做檢查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73456" y="329184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mvn 編譯與打包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 …Main check src/main/java arch.yaml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Checked 26 file(s); 0 violation(s); exit 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67048" y="1371600"/>
            <a:ext cx="3657600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DB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67048" y="1371600"/>
            <a:ext cx="365760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04208" y="1371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15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Scenario B · 替代流程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95648" y="2148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UC-01 加上 --json (FEA-04)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495648" y="329184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同一檢查改以機器可讀 JSON 輸出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可直接給 CI 解析器 / dashboard 使用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 Reporter 多型 (polymorphism)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89240" y="1371600"/>
            <a:ext cx="3657600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4DB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89240" y="1371600"/>
            <a:ext cx="3657600" cy="4572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6400" y="1371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15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Scenario C · 替代流程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17840" y="2148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UC-04 後再執行 UC-01（suppress 過濾）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17840" y="329184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suppress NamingRule … --reason 'legacy'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系統持久化 suppressionId 與 timestamp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再次 check 時，該違規顯示為 suppressed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5989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guideline 要求 — Demonstration 安排於設計文件之前。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· DEMO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Snapshot · UC-01 成功流程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4846320"/>
          </a:xfrm>
          <a:prstGeom prst="rect">
            <a:avLst/>
          </a:prstGeom>
          <a:solidFill>
            <a:srgbClr val="0F1535"/>
          </a:solidFill>
          <a:ln w="12700">
            <a:solidFill>
              <a:srgbClr val="0F15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051560"/>
            <a:ext cx="11155680" cy="32918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1124712"/>
            <a:ext cx="182880" cy="18288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1124712"/>
            <a:ext cx="182880" cy="182880"/>
          </a:xfrm>
          <a:prstGeom prst="ellipse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" y="1124712"/>
            <a:ext cx="182880" cy="182880"/>
          </a:xfrm>
          <a:prstGeom prst="ellipse">
            <a:avLst/>
          </a:prstGeom>
          <a:solidFill>
            <a:srgbClr val="70C77B"/>
          </a:solidFill>
          <a:ln w="12700">
            <a:solidFill>
              <a:srgbClr val="70C77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10515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zsh — arch-checker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1554480"/>
            <a:ext cx="10607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mvn -B package -DskipTests dependency:copy-dependencies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-DincludeScope=runtime -DoutputDirectory=target/lib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0C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BUILD SUCCESS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java -cp 'target/arch-checker.jar;target/lib/*'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com.archchecker.cli.Main check src/main/java arch.yaml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Checked 26 file(s); 0 violation(s); 0 suppressed.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$?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70C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59436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將自身 26 個 class 對 arch.yaml 檢查 — 0 violations，exit 0。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對應 UC-01 主流程（步驟 1-10）以及 NFR-05（POSIX exit code）。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· DEMO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Snapshot · UC-04 Suppress + 重檢 (UC-01)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4846320"/>
          </a:xfrm>
          <a:prstGeom prst="rect">
            <a:avLst/>
          </a:prstGeom>
          <a:solidFill>
            <a:srgbClr val="0F1535"/>
          </a:solidFill>
          <a:ln w="12700">
            <a:solidFill>
              <a:srgbClr val="0F15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051560"/>
            <a:ext cx="11155680" cy="32918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1124712"/>
            <a:ext cx="182880" cy="18288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1124712"/>
            <a:ext cx="182880" cy="182880"/>
          </a:xfrm>
          <a:prstGeom prst="ellipse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" y="1124712"/>
            <a:ext cx="182880" cy="182880"/>
          </a:xfrm>
          <a:prstGeom prst="ellipse">
            <a:avLst/>
          </a:prstGeom>
          <a:solidFill>
            <a:srgbClr val="70C77B"/>
          </a:solidFill>
          <a:ln w="12700">
            <a:solidFill>
              <a:srgbClr val="70C77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10515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zsh — arch-checker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1481328"/>
            <a:ext cx="106070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第一次檢查 — 出現一筆 NamingRule 違規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java …Main check sample-project demo.yaml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[VIOLATION] NamingRule  src/.../UserManager.java:7  Class must end with 'Service'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Checked 3 file(s); 1 violation(s); 0 suppressed.   exit 1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將該已知個案 suppress 起來 (UC-04)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java …Main suppress NamingRule .../UserManager.java 7 \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--reason '舊有進入點，預計 v2 重新命名'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70C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Suppression saved · id=NamingRule@UserManager.java:7  ts=2026-04-29T10:42Z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重新執行 UC-01 — 違規被過濾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java …Main check sample-project demo.yaml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70C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Checked 3 file(s); 0 violation(s); 1 suppressed.   exit 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5943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對應 UC-04 主流程 + UC-01 步驟 8（過濾已 suppress 之違規）。展示 GRASP Indirection：Repository 獨佔 YAML I/O。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· DEMO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Snapshot · 替代輸出 (FEA-04)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4846320"/>
          </a:xfrm>
          <a:prstGeom prst="rect">
            <a:avLst/>
          </a:prstGeom>
          <a:solidFill>
            <a:srgbClr val="0F1535"/>
          </a:solidFill>
          <a:ln w="12700">
            <a:solidFill>
              <a:srgbClr val="0F15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051560"/>
            <a:ext cx="11155680" cy="32918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1124712"/>
            <a:ext cx="182880" cy="18288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1124712"/>
            <a:ext cx="182880" cy="182880"/>
          </a:xfrm>
          <a:prstGeom prst="ellipse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" y="1124712"/>
            <a:ext cx="182880" cy="182880"/>
          </a:xfrm>
          <a:prstGeom prst="ellipse">
            <a:avLst/>
          </a:prstGeom>
          <a:solidFill>
            <a:srgbClr val="70C77B"/>
          </a:solidFill>
          <a:ln w="12700">
            <a:solidFill>
              <a:srgbClr val="70C77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10515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zsh — arch-checker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1481328"/>
            <a:ext cx="106070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給 CI dashboard 使用的 JSON 輸出 (--json flag)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java …Main check src/main/java arch.yaml --json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{"checkedFiles":26,"violationCount":0,"suppressedCount":0,"violations":[]}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picocli 自動產生的 help — 可從 CLI 探索可用 use case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java …Main --help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Usage: arch-checker [-hV] [COMMAND]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Fluent Architectural Style Compliance Tool for Java.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-h, --help     Show this help message and exit.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-V, --version  Print version information and exit.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Commands: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check     Check architecture compliance against a Style Profile.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suppress  Mark a specific violation as 'known and accepted'.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5943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FEA-04 多種報表格式 · Reporter polymorphism — 同一 Service 透過 strategy 產生 Console / JSON。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· ANALYSIS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Domain Model · 領域模型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19</a:t>
            </a:r>
            <a:endParaRPr lang="en-US" sz="900" dirty="0"/>
          </a:p>
        </p:txBody>
      </p:sp>
      <p:pic>
        <p:nvPicPr>
          <p:cNvPr id="9" name="Image 0" descr="..\hw3\Domain class diagram.draw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7264400" cy="5029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412480" y="1051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個概念 · 4 條繼承 · 10 條關聯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412480" y="1463040"/>
            <a:ext cx="3291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ComplianceCheck — 整體流程的 aggregate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StyleProfile — 持有 1..* 個 ArchitectureConstraint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ArchitectureConstraint (abstract) → 4 個具體規則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Project · 持有 1..* 個 File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Violation — 包含 file、行號、訊息、ruleId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Suppression — 標的某 Constraint，下次執行被忽略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· DESIGN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Logical Architecture · Package Diagram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19</a:t>
            </a:r>
            <a:endParaRPr lang="en-US" sz="900" dirty="0"/>
          </a:p>
        </p:txBody>
      </p:sp>
      <p:pic>
        <p:nvPicPr>
          <p:cNvPr id="9" name="Image 0" descr="..\hw4\images\3.1-logical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05840"/>
            <a:ext cx="3638349" cy="5120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035040" y="10515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各層職責（由上而下）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035040" y="1554480"/>
            <a:ext cx="164592" cy="9601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09360" y="155448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Presentation · cli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309360" y="1847088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picocli @Command 進入點：CheckCommand、SuppressCommand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035040" y="2633472"/>
            <a:ext cx="164592" cy="9601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09360" y="26334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Application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309360" y="29260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 case services 與技術介面（ports）：CodeParser、ProfileRepository、SuppressionRepository、Reporter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3712464"/>
            <a:ext cx="164592" cy="9601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9360" y="371246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Domain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309360" y="400507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個 sub-package — constraint、profile、codebase、compliance — 純業務模型 + 多型 validate(files)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035040" y="4791456"/>
            <a:ext cx="164592" cy="9601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09360" y="479145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Infrastructure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309360" y="5084064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 ports 的 adapters：JavaParserAdapter、YamlProfileRepository、ConsoleReporter / JsonReporter、YamlSuppressionRepository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· DESIGN — USE-CASE REALIZATION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UC-01 · System Sequence Diagram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19</a:t>
            </a:r>
            <a:endParaRPr lang="en-US" sz="900" dirty="0"/>
          </a:p>
        </p:txBody>
      </p:sp>
      <p:pic>
        <p:nvPicPr>
          <p:cNvPr id="9" name="Image 0" descr="..\hw4\images\3.2.1-uc01-ss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7010400" cy="5029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0" y="1051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System Event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144000" y="1371600"/>
            <a:ext cx="2743200" cy="365760"/>
          </a:xfrm>
          <a:prstGeom prst="rect">
            <a:avLst/>
          </a:prstGeom>
          <a:solidFill>
            <a:srgbClr val="EAF1FF"/>
          </a:solidFill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5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runCheck(projectPath, profilePath)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144000" y="18745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回傳值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144000" y="21945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violationReport（console output）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exitCode  ∈ {0, 1, 2}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144000" y="36576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解讀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144000" y="397764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Developer → arch-checker · 一道 CLI 指令對應 System 黑盒的單一訊息。CI 讀 exit code，工程師讀 report。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· DESIGN — USE-CASE REALIZATION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UC-01 · Sequence Diagram with GRASP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19</a:t>
            </a:r>
            <a:endParaRPr lang="en-US" sz="900" dirty="0"/>
          </a:p>
        </p:txBody>
      </p:sp>
      <p:pic>
        <p:nvPicPr>
          <p:cNvPr id="9" name="Image 0" descr="..\hw4\images\3.2.1-uc01-s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59937" y="914400"/>
            <a:ext cx="5071820" cy="35204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572000"/>
          <a:ext cx="111556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6583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GRASP Pattern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套用對象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責任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Controller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:CheckCommand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接收 system event 後委派給 Service（不含業務邏輯）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Information Expert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:ComplianceCheckService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主導檢查流程，整合 Profile + Files + Constraints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Polymorphism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ArchitectureConstraint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validate(files) 由 Naming/Dependency/Supertype/PackageRule 各自實作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Indirection / PV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:Adapter / :Repository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JavaParser、YAML 等技術隔離於 ports（CodeParser、ProfileRepository …）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Pure Fabrication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:Reporter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Console / JSON 格式化從 domain 解耦（同時達成 Low Coupling）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· DESIGN — USE-CASE REALIZATION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UC-04 · SSD + Sequence Diagram with GRASP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19</a:t>
            </a:r>
            <a:endParaRPr lang="en-US" sz="900" dirty="0"/>
          </a:p>
        </p:txBody>
      </p:sp>
      <p:pic>
        <p:nvPicPr>
          <p:cNvPr id="9" name="Image 0" descr="..\hw4\images\3.2.3-uc04-ss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05840"/>
            <a:ext cx="4937760" cy="27909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38424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System Sequence Diagram</a:t>
            </a:r>
            <a:endParaRPr lang="en-US" sz="1000" dirty="0"/>
          </a:p>
        </p:txBody>
      </p:sp>
      <p:pic>
        <p:nvPicPr>
          <p:cNvPr id="11" name="Image 1" descr="..\hw4\images\3.2.3-uc04-s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005840"/>
            <a:ext cx="4828032" cy="40233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0" y="5074920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Sequence Diagram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349240"/>
          <a:ext cx="11155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5486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Pattern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套用對象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Controller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:SuppressCommand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將 CLI 參數適配為 service 呼叫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Information Expert / Creator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:SuppressionService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驗證輸入並 «create» Suppression aggregate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Indirection / PV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:SuppressionRepository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持久化至 .arch-checker-suppressions.yaml；YAML I/O 全部隱藏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· DESIGN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Design Class Diagram · Domain Layer（DCD vs Domain Model）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19</a:t>
            </a:r>
            <a:endParaRPr lang="en-US" sz="900" dirty="0"/>
          </a:p>
        </p:txBody>
      </p:sp>
      <p:pic>
        <p:nvPicPr>
          <p:cNvPr id="9" name="Image 0" descr="..\hw4\images\3.3-design-class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05840"/>
            <a:ext cx="7863840" cy="500426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95360" y="10058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DCD 與 Domain Model 的差異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595360" y="132588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個概念維持不變 — 名稱、角色、multiplicity 全部沿用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DCD 額外加入 navigability、method 簽章、abstract / interface 等 stereotype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ArchitectureConstraint 升級為 </a:t>
            </a:r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abstract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，提供多型 validate(files)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DCD 範圍限縮於 </a:t>
            </a:r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Domain Layer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— Application/Infrastructure 已於 §3.1 package diagram 呈現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595360" y="4434840"/>
            <a:ext cx="3383280" cy="1783080"/>
          </a:xfrm>
          <a:prstGeom prst="rect">
            <a:avLst/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32520" y="45262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 DCD 要分層繪製？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732520" y="480060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Larman Ch.16 — DCD 應分層呈現。Domain DCD 聚焦業務概念；Application DCD 描述 services 與 ports；Infrastructure DCD 描述 adapters。將不同層級混在同一張會嚴重損及可讀性。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· IMPLEMENTATION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Implementation Class Diagram (HW5)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/ 19</a:t>
            </a:r>
            <a:endParaRPr lang="en-US" sz="900" dirty="0"/>
          </a:p>
        </p:txBody>
      </p:sp>
      <p:pic>
        <p:nvPicPr>
          <p:cNvPr id="9" name="Image 0" descr="..\hw5\images\5.1-implementation-class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05840"/>
            <a:ext cx="4655127" cy="5120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961120" y="10058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Δ Implementation vs DCD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961120" y="1371600"/>
          <a:ext cx="31089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02920"/>
                <a:gridCol w="457200"/>
                <a:gridCol w="502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+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~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Domain · class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Domain · method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961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Non-domain · class（HW5 新增）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Non-domain · method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8961120" y="338328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Domain class set 完全不變 — 設計通過實作驗證。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新增多為 reporter 所需之 accessor / value getter。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唯一移除：</a:t>
            </a:r>
            <a:pPr indent="0" marL="0"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ViolationReport.getExitCode()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改由 ComplianceCheck 持有（單一資料來源原則）。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 個 method 簽章被修改。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· IMPLEMENTATION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原始碼節錄 · GRASP Polymorphism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 / 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005840"/>
            <a:ext cx="5669280" cy="4846320"/>
          </a:xfrm>
          <a:prstGeom prst="rect">
            <a:avLst/>
          </a:prstGeom>
          <a:solidFill>
            <a:srgbClr val="0F1535"/>
          </a:solidFill>
          <a:ln w="12700">
            <a:solidFill>
              <a:srgbClr val="0F15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domain.constraint.ArchitectureConstraint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1371600"/>
            <a:ext cx="548640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abstract class ArchitectureConstraint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protected final String id;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protected final String description;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protected ArchitectureConstraint(String id, String description)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this.id = id; this.description = description;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getId()          { return id;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getDescription() { return description; }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abstract List&lt;Violation&gt; validate(List&lt;File&gt; files);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protected static boolean packageMatches(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String packageName, String pattern)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String regex = pattern.replace(".", "\\.")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.replace("**", "&lt;&lt;DS&gt;&gt;")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.replace("*", "[^.]*")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.replace("&lt;&lt;DS&gt;&gt;", ".*");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packageName.matches(regex);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55080" y="1005840"/>
            <a:ext cx="5303520" cy="4846320"/>
          </a:xfrm>
          <a:prstGeom prst="rect">
            <a:avLst/>
          </a:prstGeom>
          <a:solidFill>
            <a:srgbClr val="0F1535"/>
          </a:solidFill>
          <a:ln w="12700">
            <a:solidFill>
              <a:srgbClr val="0F15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051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domain.constraint.NamingRule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46520" y="1371600"/>
            <a:ext cx="51206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NamingRule extends ArchitectureConstraint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final String classNamePattern;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NamingRule(String id, String description,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String classNamePattern)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super(id, description);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this.classNamePattern = classNamePattern;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@Override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List&lt;Violation&gt; validate(List&lt;File&gt; files)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List&lt;Violation&gt; vs = new ArrayList&lt;&gt;();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(File f : files)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String name = stripExt(f.getFilePath());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(!name.matches(classNamePattern.replace("*",".*")))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vs.add(new Violation(f, 1, this,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"Class " + name + " violates " + classNamePattern));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vs;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getClassNamePattern() { return classNamePattern;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5989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Polymorphism — Service 走訪 List&lt;ArchitectureConstraint&gt; 並呼叫 validate(files)，每個子類掌管自己的演算法。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· TESTING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Unit Testing · mvn -B clean test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 / 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051560"/>
            <a:ext cx="11155680" cy="1371600"/>
          </a:xfrm>
          <a:prstGeom prst="rect">
            <a:avLst/>
          </a:prstGeom>
          <a:solidFill>
            <a:srgbClr val="EAF1FF"/>
          </a:solidFill>
          <a:ln w="12700">
            <a:solidFill>
              <a:srgbClr val="EAF1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97280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502920" y="1828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test 類別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34056" y="1097280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2734056" y="1828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@Test 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65192" y="1097280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965192" y="1828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失敗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196328" y="1097280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7196328" y="1828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427464" y="1097280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418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427464" y="182880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test LOC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2606040"/>
            <a:ext cx="11155680" cy="3291840"/>
          </a:xfrm>
          <a:prstGeom prst="rect">
            <a:avLst/>
          </a:prstGeom>
          <a:solidFill>
            <a:srgbClr val="0F1535"/>
          </a:solidFill>
          <a:ln w="12700">
            <a:solidFill>
              <a:srgbClr val="0F153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2606040"/>
            <a:ext cx="11155680" cy="31089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26060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mvn — JUnit 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2971800"/>
            <a:ext cx="10607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mvn -B clean 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-------------------------------------------------------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 T E S T 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-------------------------------------------------------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Running com.archchecker.application.ComplianceCheckServiceTest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Running com.archchecker.application.SuppressionServiceTest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Running com.archchecker.domain.constraint.NamingRuleTest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Running com.archchecker.domain.constraint.DependencyRuleTest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Running com.archchecker.domain.constraint.SupertypeRuleTest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Running com.archchecker.domain.constraint.PackageRuleTest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Running com.archchecker.infrastructure.profile.YamlProfileRepositoryTest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Running com.archchecker.infrastructure.suppression.YamlSuppressionRepositoryTest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0C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Tests run: 21, Failures: 0, Errors: 0, Skipped: 0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0C7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BUILD SUCCESS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5989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全部測試通過。Domain 規則皆獨立於 Application / Infrastructure 進行驗證。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· TESTING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重要測試碼 · NamingRuleTest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 / 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005840"/>
            <a:ext cx="11155680" cy="4846320"/>
          </a:xfrm>
          <a:prstGeom prst="rect">
            <a:avLst/>
          </a:prstGeom>
          <a:solidFill>
            <a:srgbClr val="0F1535"/>
          </a:solidFill>
          <a:ln w="12700">
            <a:solidFill>
              <a:srgbClr val="0F15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03327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src/test/java/com/archchecker/domain/constraint/NamingRuleTest.java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NamingRuleTest {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@Test void classMatchingPattern_producesNoViolation()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NamingRule r = new NamingRule("NR-1", "Service must end with Service", "*Service");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File f = stub("src/.../UserService.java", "package x;\nclass UserService {}");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assertThat(r.validate(List.of(f))).isEmpty();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@Test void classNotMatchingPattern_reportsViolationWithLine()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NamingRule r = new NamingRule("NR-1", "Service must end with Service", "*Service");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File f = stub("src/.../UserManager.java", "package x;\nclass UserManager {}");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List&lt;Violation&gt; vs = r.validate(List.of(f));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assertThat(vs).hasSize(1);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Violation v = vs.get(0);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assertThat(v.getConstraint().getId()).isEqualTo("NR-1");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assertThat(v.getMessage()).contains("UserManager").contains("*Service");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4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@Test void multipleFiles_onlyOffendersAreReported() { /* … */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59893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測試僅針對單一 domain 規則，無 JavaParser 也無 I/O — 失敗時可立即定位該規則的演算法。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9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· METRICS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3291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Project Information &amp; Team Effort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185855" cy="0"/>
          </a:xfrm>
          <a:prstGeom prst="line">
            <a:avLst/>
          </a:prstGeom>
          <a:noFill/>
          <a:ln w="9525">
            <a:solidFill>
              <a:srgbClr val="D4DB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arch-checker  ·  OOAD 期中報告  ·  113598009 李俊威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 / 19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10058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LOC of code（全新專案，單人團隊）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80160"/>
                <a:gridCol w="155448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Project information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Total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Domain (M)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UI (VC)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LOC of production code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827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447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 classes of production code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 methods of production code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 unit tests (testXxx · @Test)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LOC of test code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418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159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41148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註：Total 含 Domain (Model) + UI (View/Controller — cli) + Application services + Infrastructure adapters。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4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Application + Infrastructure 為 Total − Domain − UI 之餘額。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321040" y="1005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 Member Efforts（小時）</a:t>
            </a:r>
            <a:endParaRPr lang="en-US" sz="14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21040" y="1417320"/>
          <a:ext cx="33832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專案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作業文件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李俊威 (113598009)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12.5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15.0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Total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12.5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15.0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8321040" y="31089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各次作業工時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832104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HW1 · 03/03 · 3.0 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HW2 · 03/12 · 6.0 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HW3 · 04/01 · 6.0 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HW4 · 04/17 + 04/22 · 8.0 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HW5 · 04/29 · 4.5 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1F2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Σ Total · 27.5 h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敬請指教 · Q &amp; 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arch-checker — OOAD 期中報告</dc:title>
  <dc:subject>OOAD Midterm Review</dc:subject>
  <dc:creator>FrankLi</dc:creator>
  <cp:lastModifiedBy>FrankLi</cp:lastModifiedBy>
  <cp:revision>1</cp:revision>
  <dcterms:created xsi:type="dcterms:W3CDTF">2026-05-04T14:22:54Z</dcterms:created>
  <dcterms:modified xsi:type="dcterms:W3CDTF">2026-05-04T14:22:54Z</dcterms:modified>
</cp:coreProperties>
</file>
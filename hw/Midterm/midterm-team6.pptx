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85248" y="548640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77856" y="548640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70464" y="548640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63072" y="548640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0" y="548640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841248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85248" y="841248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77856" y="841248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70464" y="841248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63072" y="841248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841248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1133856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85248" y="1133856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77856" y="1133856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70464" y="1133856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63072" y="1133856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1133856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0" y="1426464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85248" y="1426464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77856" y="1426464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70464" y="1426464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63072" y="1426464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55680" y="1426464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286000"/>
            <a:ext cx="73152" cy="237744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2286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OOAD 期中報告 · 第 6 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2697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arch-checker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914400" y="3703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 Java 設計的宣告式架構風格合規工具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14400" y="4572000"/>
            <a:ext cx="36576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團隊成員</a:t>
            </a:r>
            <a:endParaRPr lang="en-US" sz="12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113598009  李俊威 (Frank Li)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國立臺北科技大學  ·  物件導向分析與設計  ·  2026 春季學期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· REQUIREMENT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 Statement · 問題陳述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097280"/>
            <a:ext cx="5120640" cy="51206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097280"/>
            <a:ext cx="73152" cy="5120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234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1783080"/>
            <a:ext cx="4663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輔助生成程式碼大幅放大了人工程式碼審查的負擔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架構漂移 (architectural drift) 成為開發週期新的瓶頸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現有工具如 ArchUnit 需熟悉底層 API 並撰寫大量樣板程式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缺乏「以風格 (style) 為中心」、可跨團隊重用的高階抽象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0" y="1097280"/>
            <a:ext cx="5806440" cy="512064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097280"/>
            <a:ext cx="73152" cy="5120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 — arch-checker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5349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一套 Java CLI 工具，將專案自動驗證於以 YAML 宣告之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Style Profile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（涵蓋命名、依賴、繼承、套件等規則）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底層以 JavaParser 進行 AST 分析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精確偵測結構性違規，並輸出 file path、行號與描述。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三種主要使用情境：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本地開發、code review、CI/CD（POSIX exit code 0/1/2）。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· REQUIREMENT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 Case Diagram · 使用案例圖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19</a:t>
            </a:r>
            <a:endParaRPr lang="en-US" sz="900" dirty="0"/>
          </a:p>
        </p:txBody>
      </p:sp>
      <p:pic>
        <p:nvPicPr>
          <p:cNvPr id="9" name="Image 0" descr="..\hw2\UseCaseDiagram.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694944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狀態標記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1554480"/>
            <a:ext cx="292608" cy="292608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92440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期中已實作 (Midterm)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80960" y="1920240"/>
            <a:ext cx="292608" cy="292608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09244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規劃於期末完成 (Final)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377440"/>
          <a:ext cx="4023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46888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Use Case 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UC-01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Check Architecture Compliance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4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UC-02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Define Style Profile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UC-03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Check w/ Interactive Fix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UC-04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Suppress a Violation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4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UC-05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Load Style Profile (subfunction)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400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502920" y="594360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Actors：Developer（主要）·  CI System（次要，依賴 exit code 判斷結果）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· REQUIREMENT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Significant Use Case · UC-01 Check Architecture Compliance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19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11155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206240"/>
                <a:gridCol w="128016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Scope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arch-checker CLI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Level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User Goal · Fully Dressed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Primary Actor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Developer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Secondary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 System（讀 exit code）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18288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 Success Scenario · 主成功流程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214884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Developer 對指定專案發出檢查請求，並選定 Style Profile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系統確認專案目錄存在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系統讀取並解析 Style Profile YAML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系統遞迴掃描所有 .java 檔案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JavaParser 將每個檔案解析為 AST (CompilationUnit)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對每個檔案套用 Profile 中所有 ComplianceRule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收集所有 Violation（檔案、行號、ruleId、訊息）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過濾已被 suppress 的 Violation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Console 或 JSON 格式輸出 ViolationReport 與 summary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 POSIX exit code（0 = 通過 / 1 = 有違規）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37960" y="1828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Extensions · 失敗與替代流程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37960" y="214884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2a · 專案目錄不存在 → exit 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3a · Profile 檔案不存在 → exit 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3b · YAML 語法錯誤 → 報錯並列出行號 → exit 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3c · 規則型別未知 → 列出 validation 錯誤 → exit 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4a · 目錄無 .java 檔 → 警告訊息 → exit 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5a · 某檔語法錯誤無法解析 → 警告並跳過該檔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8a · 所有違規皆被 suppress → 報告全部通過 → exit 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37960" y="5349240"/>
            <a:ext cx="5120640" cy="96012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53949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Special Requirements · 非功能需求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0" y="565099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NFR-01 Performance · 1,000 檔案需於 10 秒內完成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NFR-02 Usability · 每則錯誤含原因 + 位置 + 建議修正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NFR-05 CI Compatibility · 遵守 POSIX exit code 標準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· REQUIREMENT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Significant Use Case · UC-04 Suppress a Violation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19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11155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206240"/>
                <a:gridCol w="128016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Scope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arch-checker CLI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Level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User Goal · Brief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Primary Actor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Developer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觸發時機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將已知的違規標註為「可接受」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18288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 Success Scenario · 主成功流程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21488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Developer 發出 suppress(ruleId, filePath, lineNumber, reason)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SuppressCommand 驗證輸入（不可為空、檔案需存在）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SuppressionService 建立新的 Suppression aggregate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SuppressionStore 將其持久化至 .arch-checker-suppressions.yaml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系統回傳 suppressionId 與 timestamp，exit 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 UC-01 執行時，該 Violation 將自動被過濾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5943600" cy="118872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5074920"/>
            <a:ext cx="73152" cy="1188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5120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為何重要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32" y="53949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 codebase 必然存在被接受的例外。若無 suppress 機制，每次 CI 執行都會被舊有違規淹沒。UC-04 將「個別接受」的決策固化為團隊知識，跨次執行皆可繼承。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37960" y="1828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Extensions · 失敗流程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37960" y="21488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2a · ruleId 為空 → exit 2 (validation error)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2b · reason 為空 → exit 2（必須留下審計理由）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2c · 目標檔案不存在 → exit 2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4a · SuppressionStore 寫入失敗 → exit 2（避免遺孤 Suppression）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37960" y="45720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GRASP 模式重點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37960" y="48920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Information Expert · SuppressionService 主導建立流程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Creator · 由 Service 建立 Suppression aggregate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Indirection / Protected Variation · SuppressionStore 隱藏 YAML I/O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·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Demonstration · 展示流程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4856" y="1371600"/>
            <a:ext cx="36576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856" y="1371600"/>
            <a:ext cx="3657600" cy="4572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2016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15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Scenario A · 成功流程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3456" y="2148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UC-01 happy path — 對自身程式做檢查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3456" y="32918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mvn 編譯與打包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 …Main check src/main/java arch.yaml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Checked 26 file(s); 0 violation(s); exit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7048" y="1371600"/>
            <a:ext cx="36576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67048" y="1371600"/>
            <a:ext cx="36576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4208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15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Scenario B · 替代流程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95648" y="2148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UC-01 加上 --json (FEA-04)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95648" y="32918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同一檢查改以機器可讀 JSON 輸出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可直接給 CI 解析器 / dashboard 使用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 Reporter 多型 (polymorphism)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89240" y="1371600"/>
            <a:ext cx="36576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89240" y="1371600"/>
            <a:ext cx="365760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640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15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Scenario C · 替代流程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17840" y="2148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UC-04 後再執行 UC-01（suppress 過濾）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17840" y="32918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suppress NamingRule … --reason 'legacy'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系統持久化 suppressionId 與 timestamp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再次 check 時，該違規顯示為 suppressed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guideline 要求 — Demonstration 安排於設計文件之前。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·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Snapshot · UC-01 Check Architecture Compliance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19</a:t>
            </a:r>
            <a:endParaRPr lang="en-US" sz="900" dirty="0"/>
          </a:p>
        </p:txBody>
      </p:sp>
      <p:pic>
        <p:nvPicPr>
          <p:cNvPr id="9" name="Image 0" descr="..\hw5\images\arch-checker-build-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6979" y="960120"/>
            <a:ext cx="2177736" cy="2194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32004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mvn package — BUILD SUCCESS</a:t>
            </a:r>
            <a:endParaRPr lang="en-US" sz="1100" dirty="0"/>
          </a:p>
        </p:txBody>
      </p:sp>
      <p:pic>
        <p:nvPicPr>
          <p:cNvPr id="11" name="Image 1" descr="..\hw5\images\sample-project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8" y="3566160"/>
            <a:ext cx="11155680" cy="11340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474595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arch-checker check demo/sample-project — 偵測 4 筆違規（exit 1）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 UC-01 主流程：載入 Profile（UC-05）→ 解析 .java AST → 依序套用 4 條 ComplianceRule → 報告違規與 exit code。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·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Snapshot · UC-04 Suppress + 重檢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19</a:t>
            </a:r>
            <a:endParaRPr lang="en-US" sz="900" dirty="0"/>
          </a:p>
        </p:txBody>
      </p:sp>
      <p:pic>
        <p:nvPicPr>
          <p:cNvPr id="9" name="Image 0" descr="..\hw5\images\suppress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08" y="1051560"/>
            <a:ext cx="11155680" cy="22701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355032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suppress R-NAME-01 @ PaymentManager.java:12（reason: legacy name）→ 寫入 .arch-checker-suppress.yaml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 check：違規由 4 筆降為 3 筆，1 筆計入 suppressed（exit 仍為 1，因仍有未豁免之違規）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 UC-04 主流程 + UC-01 步驟 8（過濾已 suppress 之違規）。GRASP Indirection / Protected Variations · SuppressionStore 獨佔 YAML I/O。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·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Snapshot · 替代輸出 (FEA-04 JSON)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19</a:t>
            </a:r>
            <a:endParaRPr lang="en-US" sz="900" dirty="0"/>
          </a:p>
        </p:txBody>
      </p:sp>
      <p:pic>
        <p:nvPicPr>
          <p:cNvPr id="9" name="Image 0" descr="..\hw5\images\json-output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5573" y="1005840"/>
            <a:ext cx="6480549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7150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--json</a:t>
            </a:r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flag 切換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JsonReporter</a:t>
            </a:r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（Strategy）；以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 </a:t>
            </a:r>
            <a:pPr indent="0" marL="0">
              <a:buNone/>
            </a:pPr>
            <a:r>
              <a:rPr lang="en-US" sz="1000" b="1" dirty="0">
                <a:solidFill>
                  <a:srgbClr val="F4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重導向落地為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檔。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ConvertFrom-Json | ConvertTo-Json</a:t>
            </a:r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美化呈現結構：</a:t>
            </a:r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checkedFiles / violationCount / suppressedCount / violations[]</a:t>
            </a:r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FEA-04 多種報表格式 · GRASP Polymorphism — 同一 ComplianceCheckService 透過 Reporter strategy 切換 Console / JSON。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·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Domain Model · 領域模型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19</a:t>
            </a:r>
            <a:endParaRPr lang="en-US" sz="900" dirty="0"/>
          </a:p>
        </p:txBody>
      </p:sp>
      <p:pic>
        <p:nvPicPr>
          <p:cNvPr id="9" name="Image 0" descr="..\hw3\Domain class diagram.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7264400" cy="5029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個概念 · 4 條繼承 · 10 條關聯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12480" y="1463040"/>
            <a:ext cx="3291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ComplianceCheck — 整體流程的 aggregate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StyleProfile — 持有 1..* 個 ComplianceRule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ComplianceRule (abstract) → 4 個具體規則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· 持有 1..* 個 File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Violation — 包含 file、行號、訊息、ruleId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Suppression — 標的某 ComplianceRule，下次執行被忽略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Logical Architecture · Package Diagram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19</a:t>
            </a:r>
            <a:endParaRPr lang="en-US" sz="900" dirty="0"/>
          </a:p>
        </p:txBody>
      </p:sp>
      <p:pic>
        <p:nvPicPr>
          <p:cNvPr id="9" name="Image 0" descr="..\hw4\images\3.1-logical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3638349" cy="5120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35040" y="1051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各層職責（由上而下）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35040" y="1554480"/>
            <a:ext cx="16459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15544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Presentation · cli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184708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picocli @Command 進入點：CheckCommand、SuppressCommand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2633472"/>
            <a:ext cx="164592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26334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29260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 case services 與技術介面（ports）：CodeParser、ProfileLoader、SuppressionStore、Reporter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3712464"/>
            <a:ext cx="164592" cy="9601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37124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Domain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09360" y="400507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個 sub-package — rule、profile、codebase、compliance — 純業務模型 + 多型 validate(files)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35040" y="4791456"/>
            <a:ext cx="164592" cy="960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9360" y="479145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09360" y="5084064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ports 的 adapters：JavaParserAdapter、YamlProfileLoader、ConsoleReporter / JsonReporter、YamlSuppressionStore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DESIGN — USE-CASE REALIZATION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UC-01 · System Sequence Diagram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19</a:t>
            </a:r>
            <a:endParaRPr lang="en-US" sz="900" dirty="0"/>
          </a:p>
        </p:txBody>
      </p:sp>
      <p:pic>
        <p:nvPicPr>
          <p:cNvPr id="9" name="Image 0" descr="..\hw5\images\3.2.1-uc01-ss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7010400" cy="5029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Event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0" y="1371600"/>
            <a:ext cx="2743200" cy="365760"/>
          </a:xfrm>
          <a:prstGeom prst="rect">
            <a:avLst/>
          </a:prstGeom>
          <a:solidFill>
            <a:srgbClr val="EAF1FF"/>
          </a:solidFill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runCheck(projectPath, profilePath)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0" y="1874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回傳值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0" y="21945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violationReport（console output）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exitCode  ∈ {0, 1, 2}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0" y="3657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解讀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0" y="397764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Developer → arch-checker · 一道 CLI 指令對應 System 黑盒的單一訊息。CI 讀 exit code，工程師讀 report。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DESIGN — USE-CASE REALIZATION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UC-01 · Sequence Diagram with GRASP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19</a:t>
            </a:r>
            <a:endParaRPr lang="en-US" sz="900" dirty="0"/>
          </a:p>
        </p:txBody>
      </p:sp>
      <p:pic>
        <p:nvPicPr>
          <p:cNvPr id="9" name="Image 0" descr="..\hw5\images\3.2.1-uc01-s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8421" y="914400"/>
            <a:ext cx="6294853" cy="352044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572000"/>
          <a:ext cx="11155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6583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GRASP Pattern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套用對象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責任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Controller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:CheckCommand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接收 system event 後委派給 Service（不含業務邏輯）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Information Expert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:ComplianceCheckService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主導檢查流程，整合 Profile + Files + ComplianceRules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Polymorphism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ComplianceRule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validate(files) 由 Naming/Dependency/Supertype/PackageRule 各自實作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Indirection / PV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:Adapter / :Store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JavaParser、YAML 等技術隔離於 ports（CodeParser、ProfileLoader …）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Pure Fabrication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:Reporter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Console / JSON 格式化從 domain 解耦（同時達成 Low Coupling）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DESIGN — USE-CASE REALIZATION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UC-04 · SSD + Sequence Diagram with GRASP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19</a:t>
            </a:r>
            <a:endParaRPr lang="en-US" sz="900" dirty="0"/>
          </a:p>
        </p:txBody>
      </p:sp>
      <p:pic>
        <p:nvPicPr>
          <p:cNvPr id="9" name="Image 0" descr="..\hw5\images\3.2.3-uc04-ss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4937760" cy="27909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38424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Sequence Diagram</a:t>
            </a:r>
            <a:endParaRPr lang="en-US" sz="1000" dirty="0"/>
          </a:p>
        </p:txBody>
      </p:sp>
      <p:pic>
        <p:nvPicPr>
          <p:cNvPr id="11" name="Image 1" descr="..\hw5\images\3.2.3-uc04-s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05840"/>
            <a:ext cx="6400800" cy="3577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462901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Sequence Diagram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349240"/>
          <a:ext cx="11155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486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Pattern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套用對象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理由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Controller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:SuppressCommand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將 CLI 參數適配為 service 呼叫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Information Expert / Creator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:SuppressionService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驗證輸入並 «create» Suppression aggregate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Indirection / PV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:SuppressionStore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持久化至 .arch-checker-suppressions.yaml；YAML I/O 全部隱藏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Design Class Diagram · Domain Layer（DCD vs Domain Model）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19</a:t>
            </a:r>
            <a:endParaRPr lang="en-US" sz="900" dirty="0"/>
          </a:p>
        </p:txBody>
      </p:sp>
      <p:pic>
        <p:nvPicPr>
          <p:cNvPr id="9" name="Image 0" descr="..\hw4\images\3.3-design-class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7863840" cy="50042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0" y="1005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DCD 與 Domain Model 的差異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0" y="132588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個概念維持不變 — 名稱、角色、multiplicity 全部沿用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DCD 額外加入 navigability、method 簽章、abstract / interface 等 stereotype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ComplianceRule 升級為 </a:t>
            </a:r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abstract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，提供多型 validate(files)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DCD 範圍限縮於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Domain Layer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— Application/Infrastructure 已於 §3.1 package diagram 呈現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95360" y="4434840"/>
            <a:ext cx="3383280" cy="178308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32520" y="4526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 DCD 要分層繪製？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732520" y="480060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Larman Ch.16 — DCD 應分層呈現。Domain DCD 聚焦業務概念；Application DCD 描述 services 與 ports；Infrastructure DCD 描述 adapters。將不同層級混在同一張會嚴重損及可讀性。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· IMPLEMENTATION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Implementation Class Diagram (HW5)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19</a:t>
            </a:r>
            <a:endParaRPr lang="en-US" sz="900" dirty="0"/>
          </a:p>
        </p:txBody>
      </p:sp>
      <p:pic>
        <p:nvPicPr>
          <p:cNvPr id="9" name="Image 0" descr="..\hw5\images\5.1-implementation-class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6962637" cy="5120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0" y="1005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Implementation vs DCD（Domain Layer）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1371600"/>
          <a:ext cx="3383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48640"/>
                <a:gridCol w="457200"/>
                <a:gridCol w="548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Domain · class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Domain · method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8595360" y="274320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個 Domain 類別維持不變 — 設計通過實作驗證。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新增方法多為 reporter 所需之 accessor / value getter。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唯一移除：</a:t>
            </a:r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ViolationReport.getExitCode()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改由 ComplianceCheck 持有（單一資料來源）。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個 method 簽章被修改。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i="1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圖聚焦 Domain Layer，便於與 HW#4 §3.3 DCD 逐類比對；Application / Infrastructure / CLI 之 port-adapter 配置詳見 §3.1 Logical Architecture。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· IMPLEMENTATION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原始碼節錄 · GRASP Polymorphism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/ 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005840"/>
            <a:ext cx="5669280" cy="484632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domain.rule.ComplianceRule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371600"/>
            <a:ext cx="54864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ComplianceRule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final String 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final String description;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ComplianceRule(String id, String description)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this.id = id; this.description = description;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getId()          { return id;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getDescription() { return description;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4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abstract List&lt;Violation&gt; validate(List&lt;File&gt; files);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static boolean packageMatches(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String packageName, String pattern)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regex = pattern.replace(".", "\\.")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.replace("**", "&lt;&lt;DS&gt;&gt;")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.replace("*", "[^.]*")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.replace("&lt;&lt;DS&gt;&gt;", ".*");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packageName.matches(regex);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1005840"/>
            <a:ext cx="5303520" cy="484632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051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domain.rule.NamingRule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137160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NamingRule extends ComplianceRule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String classNamePattern;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NamingRule(String id, String description,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String classNamePattern)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super(id, description);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this.classNamePattern = classNamePattern;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4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4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List&lt;Violation&gt; validate(List&lt;File&gt; files)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List&lt;Violation&gt; vs = new ArrayList&lt;&gt;();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(File f : files)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String name = stripExt(f.getFilePath());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(!name.matches(classNamePattern.replace("*",".*")))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vs.add(new Violation(f, 1, this,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"Class " + name + " violates " + classNamePattern));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getClassNamePattern() { return classNamePattern;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Polymorphism — Service 走訪 List&lt;ComplianceRule&gt; 並呼叫 validate(files)，每個子類掌管自己的演算法。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· TESTING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Unit Testing · mvn -B clean test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/ 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11155680" cy="13716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 類別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34056" y="109728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734056" y="18288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@Test 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65192" y="109728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965192" y="18288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96328" y="109728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7196328" y="18288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27464" y="109728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418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427464" y="18288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 LOC</a:t>
            </a:r>
            <a:endParaRPr lang="en-US" sz="1200" dirty="0"/>
          </a:p>
        </p:txBody>
      </p:sp>
      <p:pic>
        <p:nvPicPr>
          <p:cNvPr id="20" name="Image 0" descr="..\hw5\images\test-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6171" y="2606040"/>
            <a:ext cx="7139354" cy="32004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58978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全部測試通過。Domain 規則皆獨立於 Application / Infrastructure 進行驗證。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· TESTING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重要測試碼 · NamingRuleTest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/ 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005840"/>
            <a:ext cx="11155680" cy="484632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src/test/java/com/archchecker/domain/rule/NamingRuleTest.java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NamingRuleTest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@Test void classMatchingPattern_producesNoViolation()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NamingRule r = new NamingRule("NR-1", "Service must end with Service", "*Service");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 f = stub("src/.../UserService.java", "package x;\nclass UserService {}");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assertThat(r.validate(List.of(f))).isEmpty();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@Test void classNotMatchingPattern_reportsViolationWithLine()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NamingRule r = new NamingRule("NR-1", "Service must end with Service", "*Service");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 f = stub("src/.../UserManager.java", "package x;\nclass UserManager {}");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List&lt;Violation&gt; vs = r.validate(List.of(f));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assertThat(vs).hasSize(1);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Violation v = vs.get(0);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assertThat(v.getRule().getId()).isEqualTo("NR-1");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assertThat(v.getMessage()).contains("UserManager").contains("*Service");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@Test void multipleFiles_onlyOffendersAreReported() { /* … */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測試僅針對單一 domain 規則，無 JavaParser 也無 I/O — 失敗時可立即定位該規則的演算法。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· METRICS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Information &amp; Team Effort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 / 19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005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 of code（全新專案，單人團隊）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15544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Project information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Total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Domain (M)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UI (VC)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LOC of production code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827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447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 classes of production code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 methods of production code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 unit tests (testXxx · @Test)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LOC of test code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418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41148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註：Total 含 Domain (Model) + UI (View/Controller — cli) + Application services + Infrastructure adapters。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Application + Infrastructure 為 Total − Domain − UI 之餘額。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321040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 Member Efforts（小時）</a:t>
            </a:r>
            <a:endParaRPr lang="en-US" sz="14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417320"/>
          <a:ext cx="33832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作業文件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李俊威 (113598009)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15.0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Total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15.0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8321040" y="3108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各次作業工時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321040" y="34290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HW1 · 03/03 · 3.0 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HW2 · 03/12 · 6.0 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HW3 · 04/01 · 6.0 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HW4 · 04/17 + 04/22 · 8.0 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HW5 · 04/29 · 4.5 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Σ Total · 27.5 h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敬請指教 · 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arch-checker — OOAD 期中報告</dc:title>
  <dc:subject>OOAD Midterm Review</dc:subject>
  <dc:creator>FrankLi</dc:creator>
  <cp:lastModifiedBy>FrankLi</cp:lastModifiedBy>
  <cp:revision>1</cp:revision>
  <dcterms:created xsi:type="dcterms:W3CDTF">2026-05-05T15:01:46Z</dcterms:created>
  <dcterms:modified xsi:type="dcterms:W3CDTF">2026-05-05T15:01:46Z</dcterms:modified>
</cp:coreProperties>
</file>